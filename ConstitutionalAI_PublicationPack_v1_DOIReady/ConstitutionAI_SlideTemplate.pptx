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2E2A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4000">
                <a:solidFill>
                  <a:srgbClr val="FFFFFF"/>
                </a:solidFill>
              </a:defRPr>
            </a:pPr>
            <a:r>
              <a:t>Technical Constitution for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solidFill>
            <a:srgbClr val="00BC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Governance • Responsibility • 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BC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3200">
                <a:solidFill>
                  <a:srgbClr val="FFFFFF"/>
                </a:solidFill>
              </a:defRPr>
            </a:pPr>
            <a:r>
              <a:t>Section Header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2A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FFFF"/>
                </a:solidFill>
              </a:defRPr>
            </a:pPr>
            <a:r>
              <a:t>Content Slide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22222"/>
                </a:solidFill>
              </a:defRPr>
            </a:pPr>
            <a:r>
              <a:t>• Use indigo for headers</a:t>
            </a:r>
            <a:br/>
            <a:r>
              <a:t>• Cyan for highlights</a:t>
            </a:r>
            <a:br/>
            <a:r>
              <a:t>• Gold for emphasis</a:t>
            </a:r>
            <a:br/>
            <a:r>
              <a:t>• Neutral light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00BC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FFFF"/>
                </a:solidFill>
              </a:defRPr>
            </a:pPr>
            <a:r>
              <a:t>“Fear isn’t policy. Building the guardrail is.”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9144000" cy="914400"/>
          </a:xfrm>
          <a:prstGeom prst="rect">
            <a:avLst/>
          </a:prstGeom>
          <a:solidFill>
            <a:srgbClr val="2E2A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William Parris —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